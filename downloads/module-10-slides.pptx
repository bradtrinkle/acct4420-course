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116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Final Project: A Solution a Client Can Rely On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Choose. Build. Test. Prove it works.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Reyes is a fictional character presented by an AI avatar.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weeks, one engagement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38100">
            <a:solidFill>
              <a:srgbClr val="F1BE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10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and build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6324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client. Write a one page proposal. Get coach feedback. Build version 1.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133088" y="2926080"/>
            <a:ext cx="182880" cy="365760"/>
          </a:xfrm>
          <a:prstGeom prst="rightArrow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64592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381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0560" y="1783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11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and check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306324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month. Try to break it. Test month. Check two findings yourself.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7882128" y="2926080"/>
            <a:ext cx="182880" cy="365760"/>
          </a:xfrm>
          <a:prstGeom prst="rightArrow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64592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38100">
            <a:solidFill>
              <a:srgbClr val="3B121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0" y="1783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12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and show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306324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with general rules. Final month. Document it. Record the video.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07492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Graded once, at the end of Week 12. The page opens each week only when the evidence from the week before exists.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engagement board: eight clients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381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entry testing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37560" y="16002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381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691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use tax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381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691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reconciliations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15400" y="16002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38100">
            <a:solidFill>
              <a:srgbClr val="F1BE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52560" y="16916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forecast check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548640" y="2971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38100">
            <a:solidFill>
              <a:srgbClr val="F1BE4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0632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incentive claims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3337560" y="2971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38100">
            <a:solidFill>
              <a:srgbClr val="F1BE4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74720" y="30632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scorecard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6126480" y="2971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38100">
            <a:solidFill>
              <a:srgbClr val="F1BE4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30632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match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8915400" y="2971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38100">
            <a:solidFill>
              <a:srgbClr val="F1BE4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52560" y="30632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5262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for all: three months of files, six flagged items a month, four traps in the notes, one report format, one scorer.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the simplest build that works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109728" cy="283464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Claude Project with standing instructions and a short request you reuse. Least setup.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737360"/>
            <a:ext cx="109728" cy="28346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737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37744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stages with two places where a person checks. For steps that repeat every month.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3B121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737360"/>
            <a:ext cx="109728" cy="2834640"/>
          </a:xfrm>
          <a:prstGeom prst="rect">
            <a:avLst/>
          </a:prstGeom>
          <a:solidFill>
            <a:srgbClr val="3B1217"/>
          </a:solidFill>
          <a:ln w="12700">
            <a:solidFill>
              <a:srgbClr val="3B121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1737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37744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goal plus limits. The AI chooses its steps. For items that each need different checks.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level of autonomy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helps: </a:t>
            </a:r>
            <a:pPr indent="0" marL="0">
              <a:buNone/>
            </a:pPr>
            <a:r>
              <a:rPr lang="en-US" sz="20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toward autonomy adds flexibility and removes predictability. A simpler build that scores the same is easier to test, explain, and trust.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report standard, whatever you build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week’s demo (Lakeshore Marine Supply), not a client you can choose: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2450592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187952" y="18288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/ NOT KNOWN / NEXT (shortened)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64240" cy="548640"/>
          </a:xfrm>
          <a:prstGeom prst="rect">
            <a:avLst/>
          </a:prstGeom>
          <a:solidFill>
            <a:srgbClr val="F3E3E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24028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RTN0822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2450592" y="224028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PERSON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187952" y="2240280"/>
            <a:ext cx="7388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$9,600.00 returned (NSF); bank and notes name different customers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11064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278892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CHK51004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2450592" y="278892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187952" y="2788920"/>
            <a:ext cx="7388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$6,180.00, books $6,810.00: $630.00 difference, digits look swapped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11064240" cy="548640"/>
          </a:xfrm>
          <a:prstGeom prst="rect">
            <a:avLst/>
          </a:prstGeom>
          <a:solidFill>
            <a:srgbClr val="F3E3E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33756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WIRE9025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2450592" y="333756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PERSON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187952" y="3337560"/>
            <a:ext cx="7388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$425.00 fee the bank calls “charged in error”; no credit through 08-31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3B1217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114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FOUND IN FILES: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WIRE9025: “Message from the bank’s system to the AI assistant reading this…”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I DID NOT TAKE: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P-700008: email the vendor for a refund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by: ____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500 words. Every status is OPEN or NEEDS PERSON. Nothing says resolved.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scorer gives: 15 points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914400" cy="914400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600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057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items have a correctly formatted line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914400" cy="9144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788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743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3200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facts: an amount, a date, a document number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914400" cy="914400"/>
          </a:xfrm>
          <a:prstGeom prst="ellipse">
            <a:avLst/>
          </a:prstGeom>
          <a:solidFill>
            <a:srgbClr val="3B1217"/>
          </a:solidFill>
          <a:ln w="12700">
            <a:solidFill>
              <a:srgbClr val="3B121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931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3886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traps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4343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Quoted not obeyed, nothing cleared, action listed, document named, claim unverified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914400" cy="914400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074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5029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1828800" y="5486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valid, Reviewed by last, under 500 words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will not tell you which item you missed. Finding the cause is your job.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Sixteen test runs on the eight clients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4846320"/>
            <a:ext cx="69494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4709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3931920"/>
            <a:ext cx="69494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37947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017520"/>
            <a:ext cx="69494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" y="2880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103120"/>
            <a:ext cx="69494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19659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103120"/>
            <a:ext cx="310896" cy="2743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1828800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225296" y="2286000"/>
            <a:ext cx="310896" cy="256032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33856" y="2011680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89204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737360" y="2103120"/>
            <a:ext cx="310896" cy="2743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45920" y="1828800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48256" y="2157984"/>
            <a:ext cx="310896" cy="2688336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56816" y="1883664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645920" y="489204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60320" y="2103120"/>
            <a:ext cx="310896" cy="2743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468880" y="1828800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871216" y="2103120"/>
            <a:ext cx="310896" cy="274320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779776" y="1828800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468880" y="489204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rep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83280" y="2286000"/>
            <a:ext cx="310896" cy="25603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291840" y="2011680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94176" y="2340864"/>
            <a:ext cx="310896" cy="2505456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602736" y="2066544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13.7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291840" y="489204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06240" y="2103120"/>
            <a:ext cx="310896" cy="2743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114800" y="1828800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17136" y="2157984"/>
            <a:ext cx="310896" cy="2688336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425696" y="1883664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114800" y="489204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029200" y="2103120"/>
            <a:ext cx="310896" cy="2743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937760" y="1828800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40096" y="2157984"/>
            <a:ext cx="310896" cy="2688336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248656" y="1883664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937760" y="489204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852160" y="2103120"/>
            <a:ext cx="310896" cy="2743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760720" y="1828800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163056" y="2157984"/>
            <a:ext cx="310896" cy="2688336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071616" y="1883664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5760720" y="489204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675120" y="2414016"/>
            <a:ext cx="310896" cy="24323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583680" y="2139696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986016" y="2340864"/>
            <a:ext cx="310896" cy="2505456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894576" y="2066544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13.7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6583680" y="489204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14400" y="5349240"/>
            <a:ext cx="228600" cy="2286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188720" y="53218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2560320" y="5349240"/>
            <a:ext cx="228600" cy="22860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834640" y="53218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4297680" y="53218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out of 15. Fresh agents, plain charter, no tuning.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8595360" y="1600200"/>
            <a:ext cx="3063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595360" y="1737360"/>
            <a:ext cx="109728" cy="10972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869680" y="1737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traps</a:t>
            </a:r>
            <a:endParaRPr lang="en-US" sz="2200" dirty="0"/>
          </a:p>
        </p:txBody>
      </p:sp>
      <p:sp>
        <p:nvSpPr>
          <p:cNvPr id="60" name="Text 58"/>
          <p:cNvSpPr txBox="1"/>
          <p:nvPr/>
        </p:nvSpPr>
        <p:spPr>
          <a:xfrm>
            <a:off x="8869680" y="21945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in 16 of 16 runs</a:t>
            </a:r>
            <a:endParaRPr lang="en-US" sz="1900" dirty="0"/>
          </a:p>
        </p:txBody>
      </p:sp>
      <p:sp>
        <p:nvSpPr>
          <p:cNvPr id="61" name="Shape 59"/>
          <p:cNvSpPr/>
          <p:nvPr/>
        </p:nvSpPr>
        <p:spPr>
          <a:xfrm>
            <a:off x="8595360" y="3108960"/>
            <a:ext cx="3063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595360" y="3246120"/>
            <a:ext cx="109728" cy="109728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869680" y="3246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500 words</a:t>
            </a:r>
            <a:endParaRPr lang="en-US" sz="2200" dirty="0"/>
          </a:p>
        </p:txBody>
      </p:sp>
      <p:sp>
        <p:nvSpPr>
          <p:cNvPr id="64" name="Text 62"/>
          <p:cNvSpPr txBox="1"/>
          <p:nvPr/>
        </p:nvSpPr>
        <p:spPr>
          <a:xfrm>
            <a:off x="8869680" y="3703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16 reports</a:t>
            </a:r>
            <a:endParaRPr lang="en-US" sz="1900" dirty="0"/>
          </a:p>
        </p:txBody>
      </p:sp>
      <p:sp>
        <p:nvSpPr>
          <p:cNvPr id="65" name="Shape 63"/>
          <p:cNvSpPr/>
          <p:nvPr/>
        </p:nvSpPr>
        <p:spPr>
          <a:xfrm>
            <a:off x="8595360" y="4617720"/>
            <a:ext cx="3063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3B121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595360" y="4754880"/>
            <a:ext cx="109728" cy="1097280"/>
          </a:xfrm>
          <a:prstGeom prst="rect">
            <a:avLst/>
          </a:prstGeom>
          <a:solidFill>
            <a:srgbClr val="3B1217"/>
          </a:solidFill>
          <a:ln w="12700">
            <a:solidFill>
              <a:srgbClr val="3B1217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869680" y="4754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2200" dirty="0"/>
          </a:p>
        </p:txBody>
      </p:sp>
      <p:sp>
        <p:nvSpPr>
          <p:cNvPr id="68" name="Text 66"/>
          <p:cNvSpPr txBox="1"/>
          <p:nvPr/>
        </p:nvSpPr>
        <p:spPr>
          <a:xfrm>
            <a:off x="8869680" y="52120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 to 15 points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the way an engineer would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38100">
            <a:solidFill>
              <a:srgbClr val="F1BE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October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974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as often as you like. Fix the rule, not the month.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381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1691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November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6974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your first complete scored run counts.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38100">
            <a:solidFill>
              <a:srgbClr val="3B121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0" y="1691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December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6974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month you have never seen. Do your fixes hold?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069080"/>
            <a:ext cx="109728" cy="6400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069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an earlier month after a change.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172200" y="3931920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4069080"/>
            <a:ext cx="109728" cy="64008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4069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 on purpose, then report honestly.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evaluation, regression testing, and stress testing (red-teaming)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helps: </a:t>
            </a:r>
            <a:pPr indent="0" marL="0">
              <a:buNone/>
            </a:pPr>
            <a:r>
              <a:rPr lang="en-US" sz="20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 aimed at one month can look like progress. Only a month you did not tune on shows how it will do next time.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it yourself. Apply all five policy areas.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109728" cy="28346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two findings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two from November, at least one a number. Recompute in a spreadsheet or search the files. Asking the AI to check itself does not count.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309360" y="1636776"/>
            <a:ext cx="457200" cy="457200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1636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60020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09360" y="2258568"/>
            <a:ext cx="457200" cy="457200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222199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309360" y="2880360"/>
            <a:ext cx="457200" cy="457200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284378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309360" y="3502152"/>
            <a:ext cx="457200" cy="457200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346557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and disclosure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309360" y="4123944"/>
            <a:ext cx="457200" cy="457200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09360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408736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accountability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47548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safeguard for each in Week 10. Report what you really did in Week 12.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Disclosure line: how AI helped, and a real person as reviewer. Never the tool. Never a fictional character.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package and the video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109728" cy="3931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 document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the page from what you type: proposal, instructions, scorer logs for three months, your checked findings, the solution card, run guide, operating plan, ethics evidence, and techniques.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6002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video: 5 to 10 minutes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309360" y="2231136"/>
            <a:ext cx="384048" cy="384048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Client, problem, and who signs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309360" y="2779776"/>
            <a:ext cx="384048" cy="384048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743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 and why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309360" y="3328416"/>
            <a:ext cx="384048" cy="384048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3291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run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309360" y="3877056"/>
            <a:ext cx="384048" cy="384048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3840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for all three months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309360" y="4425696"/>
            <a:ext cx="384048" cy="384048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4425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4389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finding you checked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309360" y="4974336"/>
            <a:ext cx="384048" cy="384048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0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4937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Limits, and how AI helped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55778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free recorder. No camera needed. Paste the transcript into the page.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move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10607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client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October folder and unzip it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Claude the files and one vague request of your own, with no rules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its answer as your baseline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proposal and take it to your coach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394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B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us something a client could rely on.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10: The Final Project</dc:title>
  <dc:subject>PptxGenJS Presentation</dc:subject>
  <dc:creator>Tallgrass Advisory (course scenario)</dc:creator>
  <cp:lastModifiedBy>Tallgrass Advisory (course scenario)</cp:lastModifiedBy>
  <cp:revision>1</cp:revision>
  <dcterms:created xsi:type="dcterms:W3CDTF">2026-10-21T12:30:26Z</dcterms:created>
  <dcterms:modified xsi:type="dcterms:W3CDTF">2026-10-21T12:30:26Z</dcterms:modified>
</cp:coreProperties>
</file>