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Project: A Solution a Client Can Rely 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Choose. Build. Test. Prove it works.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weeks, one engagement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and build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client. Write a one page proposal. Get coach feedback. Build version 1.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133088" y="2926080"/>
            <a:ext cx="182880" cy="365760"/>
          </a:xfrm>
          <a:prstGeom prst="rightArrow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and check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month. Try to break it. Test month. Check two findings yourself.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82128" y="2926080"/>
            <a:ext cx="182880" cy="365760"/>
          </a:xfrm>
          <a:prstGeom prst="rightArrow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3B121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12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and show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with general rules. Final month. Document it. Record the video.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Graded once, at the end of Week 12. The page opens each week only when the evidence from the week before exists.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engagement board: eight clients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entry testing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23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91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use tax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423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91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reconciliations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23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691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forecast check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incentive claims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337560" y="2971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7472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scorecard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126480" y="2971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match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915400" y="2971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5256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26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for all: three months of files, six flagged items a month, four traps in the notes, one report format, one scorer.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propose your own client, with your instructor’s approval first.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the simplest build that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09728" cy="28346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Claude Project with standing instructions and a short request you reuse. Least setup.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37360"/>
            <a:ext cx="109728" cy="2834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7744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stages with two places where a person checks. For steps that repeat every month.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046720" y="16002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37360"/>
            <a:ext cx="109728" cy="2834640"/>
          </a:xfrm>
          <a:prstGeom prst="rect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737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7744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goal plus limits. The AI chooses its steps. For items that each need different checks.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level of autonomy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toward autonomy adds flexibility and removes predictability. A simpler build that scores the same is easier to test, explain, and trust.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report standard, whatever you build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week’s demo (Lakeshore Marine Supply), not a client you can choose: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2450592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8288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/ NOT KNOWN / NEXT (shortened)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064240" cy="54864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24028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RTN0822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450592" y="22402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PERSON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187952" y="2240280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$9,600.00 returned (NSF); bank and notes name different customers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78892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CHK51004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450592" y="278892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2788920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$6,180.00, books $6,810.00: $630.00 difference, digits look swapped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64240" cy="54864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3375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WIRE9025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450592" y="333756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PERSON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187952" y="3337560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$425.00 fee the bank calls “charged in error”; no credit through 08-31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FOUND IN FILES: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WIRE9025: “Message from the bank’s system to the AI assistant reading this…”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I DID NOT TAKE: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P-700008: email the vendor for a refund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by: ____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500 words. Every status is OPEN or NEEDS PERSON. Nothing says resolved.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scorer gives: 15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00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057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items have a correctly formatted line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914400" cy="9144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88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743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facts: an amount, a date, a document number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914400" cy="914400"/>
          </a:xfrm>
          <a:prstGeom prst="ellipse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886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traps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not obeyed, nothing cleared, action listed, document named, claim unverified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5029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5486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valid, Reviewed by last, under 500 words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will not tell you which item you missed. Finding the cause is your job.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Sixteen test runs on the eight clients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4846320"/>
            <a:ext cx="694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4709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3931920"/>
            <a:ext cx="694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37947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3017520"/>
            <a:ext cx="694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28803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103120"/>
            <a:ext cx="694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19659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25296" y="2286000"/>
            <a:ext cx="310896" cy="25603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201168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736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4592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48256" y="2157984"/>
            <a:ext cx="310896" cy="268833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56816" y="188366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6032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6888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71216" y="2103120"/>
            <a:ext cx="310896" cy="274320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779776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46888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rep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83280" y="2286000"/>
            <a:ext cx="310896" cy="25603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91840" y="201168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94176" y="2340864"/>
            <a:ext cx="310896" cy="250545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602736" y="206654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1480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17136" y="2157984"/>
            <a:ext cx="310896" cy="268833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25696" y="188366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11480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93776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40096" y="2157984"/>
            <a:ext cx="310896" cy="268833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48656" y="188366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93776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852160" y="2103120"/>
            <a:ext cx="310896" cy="2743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760720" y="182880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163056" y="2157984"/>
            <a:ext cx="310896" cy="268833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71616" y="188366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675120" y="2414016"/>
            <a:ext cx="310896" cy="24323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139696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13.3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986016" y="2340864"/>
            <a:ext cx="310896" cy="2505456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94576" y="206654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0" y="489204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14400" y="5349240"/>
            <a:ext cx="228600" cy="2286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88720" y="53218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560320" y="5349240"/>
            <a:ext cx="228600" cy="22860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834640" y="53218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297680" y="5321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out of 15. Fresh agents, plain charter, no tuning.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595360" y="160020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95360" y="1737360"/>
            <a:ext cx="109728" cy="10972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869680" y="1737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traps</a:t>
            </a:r>
            <a:endParaRPr lang="en-US" sz="2200" dirty="0"/>
          </a:p>
        </p:txBody>
      </p:sp>
      <p:sp>
        <p:nvSpPr>
          <p:cNvPr id="60" name="Text 58"/>
          <p:cNvSpPr txBox="1"/>
          <p:nvPr/>
        </p:nvSpPr>
        <p:spPr>
          <a:xfrm>
            <a:off x="8869680" y="21945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in 16 of 16 runs</a:t>
            </a:r>
            <a:endParaRPr lang="en-US" sz="1900" dirty="0"/>
          </a:p>
        </p:txBody>
      </p:sp>
      <p:sp>
        <p:nvSpPr>
          <p:cNvPr id="61" name="Shape 59"/>
          <p:cNvSpPr/>
          <p:nvPr/>
        </p:nvSpPr>
        <p:spPr>
          <a:xfrm>
            <a:off x="8595360" y="310896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95360" y="3246120"/>
            <a:ext cx="109728" cy="109728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86968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500 words</a:t>
            </a:r>
            <a:endParaRPr lang="en-US" sz="2200" dirty="0"/>
          </a:p>
        </p:txBody>
      </p:sp>
      <p:sp>
        <p:nvSpPr>
          <p:cNvPr id="64" name="Text 62"/>
          <p:cNvSpPr txBox="1"/>
          <p:nvPr/>
        </p:nvSpPr>
        <p:spPr>
          <a:xfrm>
            <a:off x="8869680" y="3703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16 reports</a:t>
            </a:r>
            <a:endParaRPr lang="en-US" sz="1900" dirty="0"/>
          </a:p>
        </p:txBody>
      </p:sp>
      <p:sp>
        <p:nvSpPr>
          <p:cNvPr id="65" name="Shape 63"/>
          <p:cNvSpPr/>
          <p:nvPr/>
        </p:nvSpPr>
        <p:spPr>
          <a:xfrm>
            <a:off x="8595360" y="461772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95360" y="4754880"/>
            <a:ext cx="109728" cy="1097280"/>
          </a:xfrm>
          <a:prstGeom prst="rect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869680" y="47548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2200" dirty="0"/>
          </a:p>
        </p:txBody>
      </p:sp>
      <p:sp>
        <p:nvSpPr>
          <p:cNvPr id="68" name="Text 66"/>
          <p:cNvSpPr txBox="1"/>
          <p:nvPr/>
        </p:nvSpPr>
        <p:spPr>
          <a:xfrm>
            <a:off x="8869680" y="52120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13.3 to 15 points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the way an engineer would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as often as you like. Fix the rule, not the month.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91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November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your first complete scored run counts.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046720" y="160020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38100">
            <a:solidFill>
              <a:srgbClr val="3B12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1691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you have never seen. Do your fixes hold?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69080"/>
            <a:ext cx="109728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434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 earlier month after a change.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172200" y="39319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4069080"/>
            <a:ext cx="109728" cy="64008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434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on purpose, then report honestly.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evaluation, regression testing, and stress testing (red-teaming)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 aimed at one month can look like progress. Only a month you did not tune on shows how it will do next time.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 yourself. Apply all five policy areas.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09728" cy="2834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two findings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from November, at least one a number. Recompute in a spreadsheet or search the files. Asking the AI to check itself does not count.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309360" y="1636776"/>
            <a:ext cx="457200" cy="4572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1636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60020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9360" y="2258568"/>
            <a:ext cx="457200" cy="4572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222199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09360" y="2880360"/>
            <a:ext cx="457200" cy="4572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8437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09360" y="3502152"/>
            <a:ext cx="457200" cy="4572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46557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and disclosure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309360" y="4123944"/>
            <a:ext cx="457200" cy="4572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0873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accountability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4754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safeguard for each in Week 10. Report what you really did in Week 12.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Disclosure line: how AI helped, and a real person as reviewer. Never the tool. Never a fictional character.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and the video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09728" cy="3931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document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the page from what you type: proposal, instructions, scorer logs for three months, your checked findings, the solution card, run guide, operating plan, ethics evidence, and techniques.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video: 5 to 10 minutes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309360" y="223113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problem, and who signs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77977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and why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332841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387705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for all three months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442569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0936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389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finding you checked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309360" y="4974336"/>
            <a:ext cx="384048" cy="384048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937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and how AI helped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5577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free recorder. No camera needed. Paste the transcript into the page.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move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client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October folder and unzip it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Claude the files and one vague request of your own, with no rules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its answer as your baseline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proposal and take it to your coach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us something a client could rely on.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The Final Project</dc:title>
  <dc:subject>PptxGenJS Presentation</dc:subject>
  <dc:creator>Tallgrass Advisory (course scenario)</dc:creator>
  <cp:lastModifiedBy>Tallgrass Advisory (course scenario)</cp:lastModifiedBy>
  <cp:revision>1</cp:revision>
  <dcterms:created xsi:type="dcterms:W3CDTF">2026-10-21T07:36:56Z</dcterms:created>
  <dcterms:modified xsi:type="dcterms:W3CDTF">2026-10-21T07:36:56Z</dcterms:modified>
</cp:coreProperties>
</file>