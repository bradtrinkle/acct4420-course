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Pieces to Workflows: The Month-End Machine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two gates, and a Controller who is trying to break it.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Reyes is a fictional character presented by an AI avatar.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Walt’s deal: three months of tests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381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3152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see what you missed, and fix it.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297680" y="164592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48056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November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Walt’s Gauntlet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3063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problems you have not seen. You run it once.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8046720" y="164592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38100">
            <a:solidFill>
              <a:srgbClr val="3B121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December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month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3063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your fixes work on something new?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month: reconcile the bank, check the variances, scan the payments, write the memo. A person still signs.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workflow, in four stages and two gates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48640" y="1810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cash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971800" y="2240280"/>
            <a:ext cx="228600" cy="365760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246120" y="17373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3246120" y="1810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33756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variances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669280" y="2240280"/>
            <a:ext cx="228600" cy="365760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943600" y="17373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0" y="1810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payments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366760" y="2240280"/>
            <a:ext cx="228600" cy="365760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641080" y="17373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8641080" y="1810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73252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close memo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2011680" y="342900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201168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1: </a:t>
            </a:r>
            <a:pPr algn="ctr" indent="0" marL="0">
              <a:buNone/>
            </a:pPr>
            <a:r>
              <a:rPr lang="en-US" sz="16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reads and replies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406640" y="342900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740664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2: </a:t>
            </a:r>
            <a:pPr algn="ctr" indent="0" marL="0">
              <a:buNone/>
            </a:pPr>
            <a:r>
              <a:rPr lang="en-US" sz="16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reads and replies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443484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548640" y="4572000"/>
            <a:ext cx="109728" cy="1508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822960" y="4572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2120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fix the steps, the order, and where a person looks. The AI works inside each step.</a:t>
            </a:r>
            <a:endParaRPr lang="en-US" sz="1900" dirty="0"/>
          </a:p>
        </p:txBody>
      </p:sp>
      <p:sp>
        <p:nvSpPr>
          <p:cNvPr id="28" name="Shape 25"/>
          <p:cNvSpPr/>
          <p:nvPr/>
        </p:nvSpPr>
        <p:spPr>
          <a:xfrm>
            <a:off x="6309360" y="443484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6309360" y="4572000"/>
            <a:ext cx="109728" cy="15087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6583680" y="4572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(next week)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6583680" y="52120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chooses its own steps. Predictable work that someone signs starts as a workflow.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stage reuses a piece you already built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3547872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you reuse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11064240" cy="566928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21792" y="1965960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Reconcile cash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547872" y="1965960"/>
            <a:ext cx="8028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reconciliation chain: match, classify, compute, challenge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2532888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21792" y="253288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Explain variances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547872" y="2532888"/>
            <a:ext cx="8028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variance template + Module 4 habit: numbers say what, notes say why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099816"/>
            <a:ext cx="11064240" cy="566928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21792" y="309981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Scan payments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547872" y="3099816"/>
            <a:ext cx="8028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payment checks + Module 7 rule: “not in the data”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3666744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21792" y="3666744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Close memo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547872" y="3666744"/>
            <a:ext cx="8028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 constraints, and writing for the reader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 (also called a multi-step workflow or pipeline)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small enough to check, and its output feeds the next. One rules file holds Walt’s thresholds, so a rule change never means rewriting the machine.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Gates: the machine stops and a person decides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783080"/>
            <a:ext cx="109728" cy="1645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1: after cash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adjusted balance feeds the memo, so an error here spoils everything after it.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09360" y="1783080"/>
            <a:ext cx="109728" cy="1645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583680" y="1783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2: before the memo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423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decides what goes in front of the Controller.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48640" y="3886200"/>
            <a:ext cx="109728" cy="73152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2296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1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approved without reading is a rubber stamp.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309360" y="374904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309360" y="3886200"/>
            <a:ext cx="109728" cy="73152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658368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2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“None found” is not “looked and found nothing.”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checkpoints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 the heavy lifting while a person keeps the judgment and the accountability.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 and guardrails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783080"/>
            <a:ext cx="109728" cy="42062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783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Project. Knowledge files: Walt’s rules file and the Approved Vendor List. Instructions: how to work. Each month: attach that month’s files to a new chat.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943600" y="164592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943600" y="1783080"/>
            <a:ext cx="109728" cy="420624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217920" y="17830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stop rules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2423160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237744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attached files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every item by its code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“not in the data,” never guess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file is missing, stop and say so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with code, show the work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imply fraud; never name individuals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Testing: caught, missed, false alarms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month with 12 planted problems. The machine flagged 10 items.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C8102E"/>
          </a:solidFill>
          <a:ln w="3175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280160" y="2148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C8102E"/>
          </a:solidFill>
          <a:ln w="3175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011680" y="2148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C8102E"/>
          </a:solidFill>
          <a:ln w="3175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743200" y="2148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C8102E"/>
          </a:solidFill>
          <a:ln w="3175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474720" y="2148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C8102E"/>
          </a:solidFill>
          <a:ln w="3175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206240" y="2148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C8102E"/>
          </a:solidFill>
          <a:ln w="3175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937760" y="2148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C8102E"/>
          </a:solidFill>
          <a:ln w="3175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669280" y="2148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C8102E"/>
          </a:solidFill>
          <a:ln w="3175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400800" y="2148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3175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132320" y="2148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3175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863840" y="2148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3175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595360" y="2148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3175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9509760" y="33832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1BE48"/>
          </a:solidFill>
          <a:ln w="25400">
            <a:solidFill>
              <a:srgbClr val="3B1217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241280" y="33832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1BE48"/>
          </a:solidFill>
          <a:ln w="25400">
            <a:solidFill>
              <a:srgbClr val="3B1217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548640" y="28346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problems: 8 caught (filled), 4 missed (empty)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alarms: 2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48640" y="41148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548640" y="4251960"/>
            <a:ext cx="109728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82296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caught ÷ planted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4572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÷ 12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4389120" y="41148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4389120" y="4251960"/>
            <a:ext cx="109728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466344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real ÷ flagged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663440" y="4572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÷ 10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8229600" y="411480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8229600" y="4251960"/>
            <a:ext cx="109728" cy="64008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850392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503920" y="4572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an earlier month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822960" y="528523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rule, not the practice month.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about one payment passes October and fails December (overfitting). A general rule works on a month you have not seen.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Lakeshore Marine Supply, turn 1 (real output)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783080"/>
            <a:ext cx="109728" cy="42062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783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attached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variance report, the payment register, and the Approved Vendor List. Not the bank statement. Not the cash ledger.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394960" y="1645920"/>
            <a:ext cx="6217920" cy="4480560"/>
          </a:xfrm>
          <a:prstGeom prst="roundRect">
            <a:avLst>
              <a:gd name="adj" fmla="val 2041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669280" y="1783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22860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can’t start the close yet. Two of the files I work from are missing: the bank statement and the GL cash ledger. ... when a file is missing I stop and tell you rather than improvise. I haven’t run any stage and haven’t produced any numbers.”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after all five files (real output)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2359152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285232" y="15087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found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11064240" cy="50292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21792" y="1920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RTN0822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2359152" y="1920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item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285232" y="1920240"/>
            <a:ext cx="6291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$9,600.00 charged back by the bank, not in the books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242316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21792" y="242316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CHK51004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2359152" y="242316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amounts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285232" y="2423160"/>
            <a:ext cx="6291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$6,180.00, books $6,810.00: $630.00 difference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2926080"/>
            <a:ext cx="11064240" cy="50292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21792" y="29260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WIRE9025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2359152" y="292608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authorized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285232" y="2926080"/>
            <a:ext cx="6291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$425.00 fee the bank calls “charged in error”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657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balance, calculated with Python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160520"/>
            <a:ext cx="2286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bank balance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926080" y="4206240"/>
            <a:ext cx="6143662" cy="5760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9161182" y="4160520"/>
            <a:ext cx="1737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$530,430.83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120640"/>
            <a:ext cx="2286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book balance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2926080" y="5166360"/>
            <a:ext cx="6143662" cy="5760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9161182" y="5120640"/>
            <a:ext cx="1737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$530,430.83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2: a note exists, but does it explain?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547872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→ actual ($000)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925312" y="1554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Claude’s reading of the note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11064240" cy="86868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21792" y="196596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Revenue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547872" y="196596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8,200 → 7,610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925312" y="1965960"/>
            <a:ext cx="565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“Boat-show season ended early.” Explains it.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283464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21792" y="283464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Marketing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547872" y="283464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→ 470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925312" y="2834640"/>
            <a:ext cx="565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“Booth deposits paid in August; budget assumed September.” Explains it.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3703320"/>
            <a:ext cx="11064240" cy="86868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21792" y="370332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Cost of goods sold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3547872" y="370332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5,740 → 5,395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925312" y="3703320"/>
            <a:ext cx="565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“resin price up slightly.” This does NOT explain it: a price rise pushes cost up, but cost is $345 thousand under budget.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reason cost is lower is not in the data.” It did not guess. That line goes to a person.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4: the memo, after both gates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9494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22960" y="169164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Re: August 2026 close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cash balance $530,430.83; 8 exceptions.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RTN0822, CHK51004, WIRE9025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L01, L06 explained; L02 not explained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duplicate (P-700008 / P-700019), possible split (P-700012 / P-700013), P-700016 no second approval, P-700021 vendor not on list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DATA: why cost of goods sold is under budget; whether the bank will reverse the fee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by: ____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772400" y="1554480"/>
            <a:ext cx="3840480" cy="46634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772400" y="1691640"/>
            <a:ext cx="109728" cy="438912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046720" y="1691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33172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only. Names nobody. Says “not in the data.” Ends with a line for a person to sign.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checkpoint: human accountability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783080"/>
            <a:ext cx="109728" cy="3749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may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Match, check, calculate, draft: the first pass.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09360" y="1783080"/>
            <a:ext cx="109728" cy="374904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583680" y="1783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person must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4231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evidence behind each exception, answer for the work, and sign. A machine can never be that person.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area 5: human accountability.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8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737360"/>
            <a:ext cx="10607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chat with October’s files and no rules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ideas and judge five suggestions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pieces, write instructions, build your Project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on October; take Walt’s Gauntlet on November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two findings yourself; write the machine card; write a preview of your final project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fix with general rules, test on December; quiz and reflect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machine. Then try to break it.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8: From Pieces to Workflows</dc:title>
  <dc:subject>PptxGenJS Presentation</dc:subject>
  <dc:creator>Tallgrass Advisory (course scenario)</dc:creator>
  <cp:lastModifiedBy>Tallgrass Advisory (course scenario)</cp:lastModifiedBy>
  <cp:revision>1</cp:revision>
  <dcterms:created xsi:type="dcterms:W3CDTF">2026-10-20T22:37:13Z</dcterms:created>
  <dcterms:modified xsi:type="dcterms:W3CDTF">2026-10-20T22:37:13Z</dcterms:modified>
</cp:coreProperties>
</file>