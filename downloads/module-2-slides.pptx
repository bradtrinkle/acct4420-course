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Communicating with AI in Context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 Brenner wants a method he can trust.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Reyes is a fictional character presented by an AI avatar.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Walt’s problem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Walt’s team writes a one-page variance summary for the executives.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97680" y="196596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7200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3 hours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60604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 act on it, so it has to be right.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82880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46720" y="1965960"/>
            <a:ext cx="109728" cy="2651760"/>
          </a:xfrm>
          <a:prstGeom prst="rect">
            <a:avLst/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2104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Walt’s doubt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321040" y="260604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has seen AI make things up. He wants proof, not magic.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variance is the gap between budget and actual.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first answer is generic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53035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109728" cy="28346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can’t see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company, your reader, your format, your numbers. When details are missing, it guesses the average case.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828800"/>
            <a:ext cx="530352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09360" y="1965960"/>
            <a:ext cx="109728" cy="28346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19659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fixes it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60604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Context. Every technique this week is a way of giving AI the right context.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 in, generic out.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five-part request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2103120" cy="265176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874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65176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AI acting as?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2788920" y="1737360"/>
            <a:ext cx="2103120" cy="2651760"/>
          </a:xfrm>
          <a:prstGeom prst="roundRect">
            <a:avLst>
              <a:gd name="adj" fmla="val 43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788920" y="1874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Goal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2926080" y="265176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need?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5029200" y="1737360"/>
            <a:ext cx="2103120" cy="265176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0" y="1874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Audience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5166360" y="265176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will read it?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7269480" y="1737360"/>
            <a:ext cx="2103120" cy="2651760"/>
          </a:xfrm>
          <a:prstGeom prst="roundRect">
            <a:avLst>
              <a:gd name="adj" fmla="val 43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269480" y="1874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406640" y="265176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shape?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9509760" y="1737360"/>
            <a:ext cx="2103120" cy="2651760"/>
          </a:xfrm>
          <a:prstGeom prst="roundRect">
            <a:avLst>
              <a:gd name="adj" fmla="val 43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509760" y="18745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9646920" y="2651760"/>
            <a:ext cx="1828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limits apply?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prompting (role prompting; structured output)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answers a question AI would otherwise guess, so the first draft lands closer. A specific shape is easier to scan and check.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11064240" cy="283464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in your own words, for example: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“Use only the data below. If the data does not say why something happened, write ‘not in the data.’”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wording is fine. The idea is what matters.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answers from your facts instead of memory, so fewer invented numbers and reasons, and every claim is checkable.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an example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87452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an example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list rules for tone, length, and layout. AI interprets them its own way.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09360" y="187452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example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paste last quarter’s summary and say: match the style, use only this quarter’s numbers.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 prompting (one example is “one-shot”)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example teaches tone, length, and layout faster than any list of rules. Warning: tell AI to copy the style only, not the facts.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 AI ask first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87452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line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“Before you write, ask me up to three questions and wait for my answers.”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309360" y="187452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stay in charge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each question, or say “that doesn’t matter.” You decide.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Clarifying questions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finds the gaps in your request before it writes, so you fix them once instead of after a full draft.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together: my request for Walt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Role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analyst on the Controller’s team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217920" y="164592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64592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Goal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Q3 results vs. budget summary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51460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Audience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Executives who read for two minutes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217920" y="251460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251460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Format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Headline, three bullets, watch list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48640" y="338328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38328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Constraints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in thousands; mark favorable or unfavorable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217920" y="338328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DF0C8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338328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Grounding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only the data; “not in the data” if unknown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48640" y="42519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DF0C8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25196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Example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quarter’s summary: copy style, not facts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217920" y="4251960"/>
            <a:ext cx="5394960" cy="749808"/>
          </a:xfrm>
          <a:prstGeom prst="roundRect">
            <a:avLst>
              <a:gd name="adj" fmla="val 9756"/>
            </a:avLst>
          </a:prstGeom>
          <a:solidFill>
            <a:srgbClr val="FDF0C8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4251960"/>
            <a:ext cx="5029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Questions 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me up to three first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Attached: Walt’s Q3 report (internal notes column removed for now) and last quarter’s summary.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asks first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30936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691640"/>
            <a:ext cx="109728" cy="40233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6916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Claude asked (shortened)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58521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The file gives no reasons for any variance. Should I write “not in the data” for causes?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Here are my three bullets. Does that grouping work, and should I mention the lines that were on budget?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Who is the named preparer? Should I leave a placeholder?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7132320" y="1554480"/>
            <a:ext cx="448056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32320" y="1691640"/>
            <a:ext cx="109728" cy="40233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066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answered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7406640" y="233172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Yes.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Yes, that grouping works. Mention the on-budget lines in one closing line.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Leave a placeholder for the preparer’s name.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Clarifying questions. Claude found the gaps before it wrote.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Claude wrote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6424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600200"/>
            <a:ext cx="10515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 </a:t>
            </a:r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income finished $16,600 below budget (unfavorable), as lower revenue and higher cost of goods sold cut gross profit by $14,000 and an unbudgeted $3,100 severance accrual added to expenses.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 </a:t>
            </a:r>
            <a:pPr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(shortened)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Revenue and cost of goods sold: each unfavorable $7,000; gross profit $88,000 vs. $102,000 budget, unfavorable $14,000. Cause: not in the data.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Severance accrual: $3,100 vs. $0 budget, unfavorable. Without it, operating expenses would have been $42,100, favorable $500. Reason: not in the data.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Smaller lines: warranty, marketing and incentive pay favorable; freight-out and SG&amp;A unfavorable $300 each. R&amp;D and depreciation on budget.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output from a real run, shortened to fit.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three claims against the file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2763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“Operating income finished $16,600 below budget.”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8483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59,400 − actual 42,800 = 16,600 (in thousands)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046720" y="1709928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46720" y="170992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6517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272491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“Without the severance accrual, expenses would be $500 favorable.”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8211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45,200 − 3,100 = 42,100. Budget 42,600 − 42,100 = 500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46720" y="2807208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280720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48640" y="374904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822192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cause of the revenue shortfall is not in the data.”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279392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reason anywhere in the file. Next step: ask Cost and Planning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046720" y="3904488"/>
            <a:ext cx="3291840" cy="640080"/>
          </a:xfrm>
          <a:prstGeom prst="roundRect">
            <a:avLst>
              <a:gd name="adj" fmla="val 50000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0" y="390448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against the source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 text can hide made-up claims. Checking each one against your data finds them before anyone acts on them.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Confidentiality: what stays out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73736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97680" y="173736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297680" y="173736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Generalize</a:t>
            </a:r>
            <a:endParaRPr lang="en-US" sz="3200" dirty="0"/>
          </a:p>
        </p:txBody>
      </p:sp>
      <p:sp>
        <p:nvSpPr>
          <p:cNvPr id="9" name="Shape 6"/>
          <p:cNvSpPr/>
          <p:nvPr/>
        </p:nvSpPr>
        <p:spPr>
          <a:xfrm>
            <a:off x="8046720" y="173736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3B1217"/>
          </a:solidFill>
          <a:ln w="12700">
            <a:solidFill>
              <a:srgbClr val="3B121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1737360"/>
            <a:ext cx="3566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548640" y="32918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3429000"/>
            <a:ext cx="109728" cy="10972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429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two questions about every note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9776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summary need it? Would it cause harm if it leaked?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“a carbon-fiber supplier” in place of the supplier’s name and price.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864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AI what it needs, and nothing more.</a:t>
            </a:r>
            <a:endParaRPr lang="en-US" sz="2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24231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231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0233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6235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235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53492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+ coach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237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237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8239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8239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22" name="Text 19"/>
          <p:cNvSpPr txBox="1"/>
          <p:nvPr/>
        </p:nvSpPr>
        <p:spPr>
          <a:xfrm>
            <a:off x="85496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0424160" y="2194560"/>
            <a:ext cx="914400" cy="91440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42416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10149840" y="329184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Friday: your Prompt Playbook and a note to Walt.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slides: Communicating with AI in Context</dc:title>
  <dc:subject>PptxGenJS Presentation</dc:subject>
  <dc:creator>Tallgrass Advisory (course scenario)</dc:creator>
  <cp:lastModifiedBy>Tallgrass Advisory (course scenario)</cp:lastModifiedBy>
  <cp:revision>1</cp:revision>
  <dcterms:created xsi:type="dcterms:W3CDTF">2026-10-20T02:58:54Z</dcterms:created>
  <dcterms:modified xsi:type="dcterms:W3CDTF">2026-10-20T02:58:54Z</dcterms:modified>
</cp:coreProperties>
</file>