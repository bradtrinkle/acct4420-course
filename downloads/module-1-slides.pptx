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 a Capability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91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to Tallgrass. Week 1 of your Velox rotation.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64240" cy="2926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AI help me do this?”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Natarajan, CFO, Velox Motorworks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about every task. That habit is the whole course.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AI actually is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65960"/>
            <a:ext cx="109728" cy="3017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learned patterns from huge amounts of text and predicts what should come next.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965960"/>
            <a:ext cx="109728" cy="301752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that means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writes, summarizes, and explains well. It can also sound sure while being wrong.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Fluent is not the same as correct.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shines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C8102E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297680" y="192024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480560" y="19202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8046720" y="192024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C8102E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229600" y="192024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731520" y="3840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297680" y="384048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C8102E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4480560" y="3840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046720" y="3840480"/>
            <a:ext cx="35661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229600" y="38404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what you give it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 check 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65960"/>
            <a:ext cx="109728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math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it yourself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217920" y="1965960"/>
            <a:ext cx="109728" cy="12801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9224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facts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6060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this year’s tax rate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548640" y="3703320"/>
            <a:ext cx="109728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2296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invent them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217920" y="3566160"/>
            <a:ext cx="5394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217920" y="3703320"/>
            <a:ext cx="109728" cy="12801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6492240" y="37033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can’t see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492240" y="43434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Velox’s own records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 don’t avoid AI. They verify.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three-way sort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65960"/>
            <a:ext cx="109728" cy="3291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it well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risk. A quick read is enough.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29768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297680" y="1965960"/>
            <a:ext cx="109728" cy="32918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457200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helps, a person checks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9260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work. You verify the facts and numbers.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8046720" y="182880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8046720" y="1965960"/>
            <a:ext cx="109728" cy="3291840"/>
          </a:xfrm>
          <a:prstGeom prst="rect">
            <a:avLst/>
          </a:prstGeom>
          <a:solidFill>
            <a:srgbClr val="3B1217"/>
          </a:solidFill>
          <a:ln w="12700">
            <a:solidFill>
              <a:srgbClr val="3B121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321040" y="196596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assists, a person decides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92608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prepares the analysis. A named person makes the call or signs.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gets AI help. What changes is how much you check and who owns the decision.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me sort one: the prompt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task: Walt wants every travel expense over $5,000 from last month.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1945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2331720"/>
            <a:ext cx="10515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used: “You’re helping the Velox Controller review travel spending. From the attached file, list every expense over $5,000 with the employee’s department, the amount, and the purpose. Then total them by department, and flag anything that looks unusual.”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the audience, the threshold, the fields, and what to flag.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me sort one: prove 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65960"/>
            <a:ext cx="109728" cy="3017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AI’s answer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test run: a list of 14 expenses over $5,000, totals by department, and flags.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309360" y="1965960"/>
            <a:ext cx="109728" cy="301752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583680" y="19659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check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60604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filter the file myself and count 14, the same as Claude. Total: $88,070. Claude also noted an expense of exactly $5,000.00 that it left off, because my prompt said “over.”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did the work. My check confirmed it and surfaced a judgment call.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task lands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110642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48640" y="1965960"/>
            <a:ext cx="109728" cy="17373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helps, a person checks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heavy lifting. I verify the count and totals. Walt decides about the flagged items, and whether the $5,000 line includes $5,000.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548640" y="42062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48640" y="4206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AI did well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297680" y="42062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297680" y="4206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checked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046720" y="420624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8046720" y="420624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the decision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reasoning on all 10 of your tasks.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Velox Responsible AI Policy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2788920" y="20116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278892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029200" y="20116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02920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269480" y="20116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26948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9509760" y="201168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9509760" y="21031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9509760" y="29260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846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confidential data out of unapproved tools. Check it. Watch for bias. Disclose AI help. A person is accountable.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231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24231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21488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233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40233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7490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235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6235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3492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+ coach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237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72237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8239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823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85496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424160" y="2194560"/>
            <a:ext cx="914400" cy="914400"/>
          </a:xfrm>
          <a:prstGeom prst="ellipse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04241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10149840" y="32918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Friday: a memo Priya can act on.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slides: AI as a Capability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2026-10-19T13:02:32Z</dcterms:created>
  <dcterms:modified xsi:type="dcterms:W3CDTF">2026-10-19T13:02:32Z</dcterms:modified>
</cp:coreProperties>
</file>