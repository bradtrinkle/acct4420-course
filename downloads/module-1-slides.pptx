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d Trinkle" userId="b8dd573660dcc414" providerId="LiveId" clId="{A6EA18D7-C04A-41D9-95B1-524C9F3ACE55}"/>
    <pc:docChg chg="undo custSel modSld">
      <pc:chgData name="Brad Trinkle" userId="b8dd573660dcc414" providerId="LiveId" clId="{A6EA18D7-C04A-41D9-95B1-524C9F3ACE55}" dt="2026-10-19T15:20:10.565" v="14" actId="1076"/>
      <pc:docMkLst>
        <pc:docMk/>
      </pc:docMkLst>
      <pc:sldChg chg="addSp delSp modSp mod">
        <pc:chgData name="Brad Trinkle" userId="b8dd573660dcc414" providerId="LiveId" clId="{A6EA18D7-C04A-41D9-95B1-524C9F3ACE55}" dt="2026-10-19T15:17:59.597" v="6" actId="1076"/>
        <pc:sldMkLst>
          <pc:docMk/>
          <pc:sldMk cId="0" sldId="262"/>
        </pc:sldMkLst>
        <pc:spChg chg="del">
          <ac:chgData name="Brad Trinkle" userId="b8dd573660dcc414" providerId="LiveId" clId="{A6EA18D7-C04A-41D9-95B1-524C9F3ACE55}" dt="2026-10-19T15:17:31.249" v="0" actId="478"/>
          <ac:spMkLst>
            <pc:docMk/>
            <pc:sldMk cId="0" sldId="262"/>
            <ac:spMk id="7" creationId="{00000000-0000-0000-0000-000000000000}"/>
          </ac:spMkLst>
        </pc:spChg>
        <pc:picChg chg="add mod">
          <ac:chgData name="Brad Trinkle" userId="b8dd573660dcc414" providerId="LiveId" clId="{A6EA18D7-C04A-41D9-95B1-524C9F3ACE55}" dt="2026-10-19T15:17:59.597" v="6" actId="1076"/>
          <ac:picMkLst>
            <pc:docMk/>
            <pc:sldMk cId="0" sldId="262"/>
            <ac:picMk id="9" creationId="{84EEEAA0-4058-EC22-5BF9-262D45BD5625}"/>
          </ac:picMkLst>
        </pc:picChg>
      </pc:sldChg>
      <pc:sldChg chg="addSp delSp modSp mod">
        <pc:chgData name="Brad Trinkle" userId="b8dd573660dcc414" providerId="LiveId" clId="{A6EA18D7-C04A-41D9-95B1-524C9F3ACE55}" dt="2026-10-19T15:20:10.565" v="14" actId="1076"/>
        <pc:sldMkLst>
          <pc:docMk/>
          <pc:sldMk cId="0" sldId="263"/>
        </pc:sldMkLst>
        <pc:spChg chg="del">
          <ac:chgData name="Brad Trinkle" userId="b8dd573660dcc414" providerId="LiveId" clId="{A6EA18D7-C04A-41D9-95B1-524C9F3ACE55}" dt="2026-10-19T15:19:40.270" v="7" actId="478"/>
          <ac:spMkLst>
            <pc:docMk/>
            <pc:sldMk cId="0" sldId="263"/>
            <ac:spMk id="8" creationId="{00000000-0000-0000-0000-000000000000}"/>
          </ac:spMkLst>
        </pc:spChg>
        <pc:picChg chg="add mod">
          <ac:chgData name="Brad Trinkle" userId="b8dd573660dcc414" providerId="LiveId" clId="{A6EA18D7-C04A-41D9-95B1-524C9F3ACE55}" dt="2026-10-19T15:20:10.565" v="14" actId="1076"/>
          <ac:picMkLst>
            <pc:docMk/>
            <pc:sldMk cId="0" sldId="263"/>
            <ac:picMk id="14" creationId="{D106B316-8276-5C00-263F-399428296CA8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513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as a Capability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Tallgrass. Week 1 of your Velox rotation.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Reyes is a fictional character presented by an AI avatar.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11064240" cy="29260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can AI help me do this?”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Natarajan, CFO, Velox Motorworks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about every task. That habit is the whole course.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AI actually is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3035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30175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learned patterns from huge amounts of text and predicts what should come next.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309360" y="1828800"/>
            <a:ext cx="53035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309360" y="1965960"/>
            <a:ext cx="109728" cy="301752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658368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means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writes, summarizes, and explains well. It can also sound sure while being wrong.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Fluent is not the same as correct.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AI shines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C8102E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297680" y="192024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4480560" y="19202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8046720" y="192024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C8102E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0" y="19202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48640" y="384048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4297680" y="384048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C8102E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4480560" y="38404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Organize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8046720" y="3840480"/>
            <a:ext cx="356616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0" y="38404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 what you give it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you check it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math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it yourself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217920" y="1965960"/>
            <a:ext cx="109728" cy="12801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6492240" y="1965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facts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this year’s tax rate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56616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48640" y="3703320"/>
            <a:ext cx="109728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343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invent them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6217920" y="356616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217920" y="3703320"/>
            <a:ext cx="109728" cy="12801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can’t see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4343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Velox’s own records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Champions don’t avoid AI. They verify.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three-way sort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32918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it well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risk. A quick read is enough.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297680" y="1965960"/>
            <a:ext cx="109728" cy="329184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4572000" y="1965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helps, a person checks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2608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the work. You verify the facts and numbers.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8046720" y="1828800"/>
            <a:ext cx="356616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3B12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046720" y="1965960"/>
            <a:ext cx="109728" cy="3291840"/>
          </a:xfrm>
          <a:prstGeom prst="rect">
            <a:avLst/>
          </a:prstGeom>
          <a:solidFill>
            <a:srgbClr val="3B1217"/>
          </a:solidFill>
          <a:ln w="12700">
            <a:solidFill>
              <a:srgbClr val="3B12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8321040" y="1965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a person decides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292608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prepares the analysis. A named person makes the call or signs.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gets AI help. What changes is how much you check and who owns the decision.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me sort one: the prompt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task: Walt wants every travel expense over $5,000 from last month.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110642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the audience, the threshold, the fields, and what to flag.</a:t>
            </a:r>
            <a:endParaRPr lang="en-US" sz="1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EEEAA0-4058-EC22-5BF9-262D45BD5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584" y="2286000"/>
            <a:ext cx="9886461" cy="29347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me sort one: prove it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3035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30175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AI’s answer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309360" y="1828800"/>
            <a:ext cx="53035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309360" y="1965960"/>
            <a:ext cx="109728" cy="301752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658368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check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filter the file myself and count 14, the same as Claude. Total: $88,070. Claude also noted an expense of exactly $5,000.00 that it left off, because my prompt said “over.”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did the work. My check confirmed it and surfaced a judgment call.</a:t>
            </a:r>
            <a:endParaRPr lang="en-US" sz="2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106B316-8276-5C00-263F-399428296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058" y="2415046"/>
            <a:ext cx="3256671" cy="25508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task lands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10642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109728" cy="17373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1965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helps, a person checks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the heavy lifting. I verify the count and totals. Walt decides about the flagged items, and whether the $5,000 line includes $5,000.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548640" y="42062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54864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AI did well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7680" y="42062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429768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checked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046720" y="4206240"/>
            <a:ext cx="3566160" cy="1188720"/>
          </a:xfrm>
          <a:prstGeom prst="roundRect">
            <a:avLst>
              <a:gd name="adj" fmla="val 7692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804672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owns the decision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reasoning on all 10 of your tasks.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Velox Responsible AI Policy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278892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278892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78892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02920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502920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726948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726948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9509760" y="201168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950976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846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confidential data out of unapproved tools. Check it. Watch for bias. Disclose AI help. A person is accountable.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81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</a:t>
            </a:r>
            <a:endParaRPr lang="en-US" sz="3400" dirty="0"/>
          </a:p>
        </p:txBody>
      </p:sp>
      <p:sp>
        <p:nvSpPr>
          <p:cNvPr id="27" name="Shape 2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3"/>
          <p:cNvSpPr txBox="1"/>
          <p:nvPr/>
        </p:nvSpPr>
        <p:spPr>
          <a:xfrm>
            <a:off x="8229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29" name="Text 4"/>
          <p:cNvSpPr txBox="1"/>
          <p:nvPr/>
        </p:nvSpPr>
        <p:spPr>
          <a:xfrm>
            <a:off x="5760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brief</a:t>
            </a:r>
            <a:endParaRPr lang="en-US" sz="1600" dirty="0"/>
          </a:p>
        </p:txBody>
      </p:sp>
      <p:sp>
        <p:nvSpPr>
          <p:cNvPr id="30" name="Shape 2"/>
          <p:cNvSpPr/>
          <p:nvPr/>
        </p:nvSpPr>
        <p:spPr>
          <a:xfrm>
            <a:off x="21945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3"/>
          <p:cNvSpPr txBox="1"/>
          <p:nvPr/>
        </p:nvSpPr>
        <p:spPr>
          <a:xfrm>
            <a:off x="21945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2" name="Text 4"/>
          <p:cNvSpPr txBox="1"/>
          <p:nvPr/>
        </p:nvSpPr>
        <p:spPr>
          <a:xfrm>
            <a:off x="19476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first</a:t>
            </a:r>
            <a:endParaRPr lang="en-US" sz="1600" dirty="0"/>
          </a:p>
        </p:txBody>
      </p:sp>
      <p:sp>
        <p:nvSpPr>
          <p:cNvPr id="33" name="Shape 2"/>
          <p:cNvSpPr/>
          <p:nvPr/>
        </p:nvSpPr>
        <p:spPr>
          <a:xfrm>
            <a:off x="3566159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"/>
          <p:cNvSpPr txBox="1"/>
          <p:nvPr/>
        </p:nvSpPr>
        <p:spPr>
          <a:xfrm>
            <a:off x="3566159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35" name="Text 4"/>
          <p:cNvSpPr txBox="1"/>
          <p:nvPr/>
        </p:nvSpPr>
        <p:spPr>
          <a:xfrm>
            <a:off x="33192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600" dirty="0"/>
          </a:p>
        </p:txBody>
      </p:sp>
      <p:sp>
        <p:nvSpPr>
          <p:cNvPr id="36" name="Shape 2"/>
          <p:cNvSpPr/>
          <p:nvPr/>
        </p:nvSpPr>
        <p:spPr>
          <a:xfrm>
            <a:off x="4937759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"/>
          <p:cNvSpPr txBox="1"/>
          <p:nvPr/>
        </p:nvSpPr>
        <p:spPr>
          <a:xfrm>
            <a:off x="4937759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8" name="Text 4"/>
          <p:cNvSpPr txBox="1"/>
          <p:nvPr/>
        </p:nvSpPr>
        <p:spPr>
          <a:xfrm>
            <a:off x="46908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checkpoint</a:t>
            </a:r>
            <a:endParaRPr lang="en-US" sz="1600" dirty="0"/>
          </a:p>
        </p:txBody>
      </p:sp>
      <p:sp>
        <p:nvSpPr>
          <p:cNvPr id="39" name="Shape 2"/>
          <p:cNvSpPr/>
          <p:nvPr/>
        </p:nvSpPr>
        <p:spPr>
          <a:xfrm>
            <a:off x="6309359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"/>
          <p:cNvSpPr txBox="1"/>
          <p:nvPr/>
        </p:nvSpPr>
        <p:spPr>
          <a:xfrm>
            <a:off x="6309359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41" name="Text 4"/>
          <p:cNvSpPr txBox="1"/>
          <p:nvPr/>
        </p:nvSpPr>
        <p:spPr>
          <a:xfrm>
            <a:off x="60624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attempt and coach feedback</a:t>
            </a:r>
            <a:endParaRPr lang="en-US" sz="1600" dirty="0"/>
          </a:p>
        </p:txBody>
      </p:sp>
      <p:sp>
        <p:nvSpPr>
          <p:cNvPr id="42" name="Shape 2"/>
          <p:cNvSpPr/>
          <p:nvPr/>
        </p:nvSpPr>
        <p:spPr>
          <a:xfrm>
            <a:off x="76809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"/>
          <p:cNvSpPr txBox="1"/>
          <p:nvPr/>
        </p:nvSpPr>
        <p:spPr>
          <a:xfrm>
            <a:off x="76809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44" name="Text 4"/>
          <p:cNvSpPr txBox="1"/>
          <p:nvPr/>
        </p:nvSpPr>
        <p:spPr>
          <a:xfrm>
            <a:off x="7434071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attempt</a:t>
            </a:r>
            <a:endParaRPr lang="en-US" sz="1600" dirty="0"/>
          </a:p>
        </p:txBody>
      </p:sp>
      <p:sp>
        <p:nvSpPr>
          <p:cNvPr id="45" name="Shape 2"/>
          <p:cNvSpPr/>
          <p:nvPr/>
        </p:nvSpPr>
        <p:spPr>
          <a:xfrm>
            <a:off x="90525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"/>
          <p:cNvSpPr txBox="1"/>
          <p:nvPr/>
        </p:nvSpPr>
        <p:spPr>
          <a:xfrm>
            <a:off x="90525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47" name="Text 4"/>
          <p:cNvSpPr txBox="1"/>
          <p:nvPr/>
        </p:nvSpPr>
        <p:spPr>
          <a:xfrm>
            <a:off x="88056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600" dirty="0"/>
          </a:p>
        </p:txBody>
      </p:sp>
      <p:sp>
        <p:nvSpPr>
          <p:cNvPr id="48" name="Shape 2"/>
          <p:cNvSpPr/>
          <p:nvPr/>
        </p:nvSpPr>
        <p:spPr>
          <a:xfrm>
            <a:off x="104241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3"/>
          <p:cNvSpPr txBox="1"/>
          <p:nvPr/>
        </p:nvSpPr>
        <p:spPr>
          <a:xfrm>
            <a:off x="104241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50" name="Text 4"/>
          <p:cNvSpPr txBox="1"/>
          <p:nvPr/>
        </p:nvSpPr>
        <p:spPr>
          <a:xfrm>
            <a:off x="101772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goal: a memo Priya can act on.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1576</Words>
  <Application>Microsoft Office PowerPoint</Application>
  <PresentationFormat>Widescreen</PresentationFormat>
  <Paragraphs>115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slides: AI as a Capability</dc:title>
  <dc:subject>PptxGenJS Presentation</dc:subject>
  <dc:creator>Tallgrass Advisory (course scenario)</dc:creator>
  <cp:lastModifiedBy>Brad Trinkle</cp:lastModifiedBy>
  <cp:revision>1</cp:revision>
  <dcterms:created xsi:type="dcterms:W3CDTF">2026-10-19T13:02:32Z</dcterms:created>
  <dcterms:modified xsi:type="dcterms:W3CDTF">2026-10-19T15:20:10Z</dcterms:modified>
</cp:coreProperties>
</file>