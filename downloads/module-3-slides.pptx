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81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3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463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0116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Thinking Through Work with AI</a:t>
            </a:r>
            <a:endParaRPr lang="en-US" sz="5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5661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Walt wants to see how AI got its answer.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Jordan Reyes is a fictional character presented by an AI avatar.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Walt’s problem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53035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548640" y="1874520"/>
            <a:ext cx="109728" cy="19202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822960" y="1874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say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146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$3,016,600.35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6309360" y="1737360"/>
            <a:ext cx="53035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254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309360" y="1874520"/>
            <a:ext cx="109728" cy="1920240"/>
          </a:xfrm>
          <a:prstGeom prst="rect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6583680" y="1874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says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6583680" y="25146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$2,896,663.23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4297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 every difference, and both sides end at the same true balance.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120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bank reconciliation takes most of a day each month.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one big request is risky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53035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548640" y="1874520"/>
            <a:ext cx="109728" cy="29260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822960" y="1874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request for everything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1460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finished-looking answer. A wrong step is buried inside it.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309360" y="1737360"/>
            <a:ext cx="53035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254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309360" y="1874520"/>
            <a:ext cx="109728" cy="2926080"/>
          </a:xfrm>
          <a:prstGeom prst="rect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6583680" y="1874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small steps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6583680" y="251460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result is small enough to check before the next one builds on it.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394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 jobs fail when the thinking is hidden.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 the job into steps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C8102E"/>
          </a:solidFill>
          <a:ln w="254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48640" y="18288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1BE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5146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15468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up the two records and find the leftovers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3383280" y="173736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3B1217"/>
          </a:solidFill>
          <a:ln w="254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3383280" y="18288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1BE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3383280" y="25146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3520440" y="315468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what each leftover is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6217920" y="173736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C8102E"/>
          </a:solidFill>
          <a:ln w="254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6217920" y="18288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1BE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6217920" y="25146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6355080" y="315468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reconciliation and the totals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9052560" y="173736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3B1217"/>
          </a:solidFill>
          <a:ln w="254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9052560" y="18288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1BE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3400" dirty="0"/>
          </a:p>
        </p:txBody>
      </p:sp>
      <p:sp>
        <p:nvSpPr>
          <p:cNvPr id="19" name="Text 16"/>
          <p:cNvSpPr txBox="1"/>
          <p:nvPr/>
        </p:nvSpPr>
        <p:spPr>
          <a:xfrm>
            <a:off x="9052560" y="25146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9189720" y="315468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reviews its own work</a:t>
            </a:r>
            <a:endParaRPr lang="en-US" sz="1900" dirty="0"/>
          </a:p>
        </p:txBody>
      </p:sp>
      <p:sp>
        <p:nvSpPr>
          <p:cNvPr id="21" name="Shape 18"/>
          <p:cNvSpPr/>
          <p:nvPr/>
        </p:nvSpPr>
        <p:spPr>
          <a:xfrm>
            <a:off x="548640" y="489204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822960" y="49377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</a:t>
            </a:r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decomposition (prompt chaining)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helps: </a:t>
            </a:r>
            <a:pPr indent="0" marL="0">
              <a:buNone/>
            </a:pPr>
            <a:r>
              <a:rPr lang="en-US" sz="2000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is small enough to check, so mistakes are caught early. You fix step two before step three builds on it.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for reasoning and assumptions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530352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548640" y="1874520"/>
            <a:ext cx="109728" cy="26517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822960" y="1874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1460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“Outstanding check.”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6309360" y="1737360"/>
            <a:ext cx="530352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254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309360" y="1874520"/>
            <a:ext cx="109728" cy="2651760"/>
          </a:xfrm>
          <a:prstGeom prst="rect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6583680" y="1874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6583680" y="251460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Why, which line it relied on, and what it assumed.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48640" y="489204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822960" y="49377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</a:t>
            </a:r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prompting, with stated assumptions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helps: </a:t>
            </a:r>
            <a:pPr indent="0" marL="0">
              <a:buNone/>
            </a:pPr>
            <a:r>
              <a:rPr lang="en-US" sz="2000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visible reason can be checked against the source. A named assumption shows where a human judgment is needed.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AI challenge itself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530352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548640" y="1874520"/>
            <a:ext cx="109728" cy="26517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822960" y="1874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it to hunt for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1460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it missed, counted twice, put on the wrong side, or added with no source.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309360" y="1737360"/>
            <a:ext cx="530352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254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309360" y="1874520"/>
            <a:ext cx="109728" cy="2651760"/>
          </a:xfrm>
          <a:prstGeom prst="rect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6583680" y="1874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remember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6583680" y="251460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say “all good” when it isn’t. A self-review is a clue, not proof.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48640" y="489204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822960" y="49377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</a:t>
            </a:r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Self-critique (red-team prompting)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helps: </a:t>
            </a:r>
            <a:pPr indent="0" marL="0">
              <a:buNone/>
            </a:pPr>
            <a:r>
              <a:rPr lang="en-US" sz="2000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pass with a different job, “find what is wrong,” catches things the first pass missed.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it twice and compare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530352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548640" y="1874520"/>
            <a:ext cx="109728" cy="26517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822960" y="1874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task, new chat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1460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run cannot see the first answer.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309360" y="1737360"/>
            <a:ext cx="530352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254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309360" y="1874520"/>
            <a:ext cx="109728" cy="2651760"/>
          </a:xfrm>
          <a:prstGeom prst="rect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6583680" y="1874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6583680" y="251460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Differences show where to check first. Agreement is not proof.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48640" y="489204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822960" y="49377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</a:t>
            </a:r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Self-consistency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helps: </a:t>
            </a:r>
            <a:pPr indent="0" marL="0">
              <a:buNone/>
            </a:pPr>
            <a:r>
              <a:rPr lang="en-US" sz="2000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Differences between runs point to the shaky items, and agreement raises your confidence a little.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it against the source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3566160" cy="2926080"/>
          </a:xfrm>
          <a:prstGeom prst="roundRect">
            <a:avLst>
              <a:gd name="adj" fmla="val 3125"/>
            </a:avLst>
          </a:prstGeom>
          <a:solidFill>
            <a:srgbClr val="C8102E"/>
          </a:solidFill>
          <a:ln w="254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48640" y="18288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1BE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5146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Recompute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15468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totals in a spreadsheet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4297680" y="1737360"/>
            <a:ext cx="3566160" cy="2926080"/>
          </a:xfrm>
          <a:prstGeom prst="roundRect">
            <a:avLst>
              <a:gd name="adj" fmla="val 3125"/>
            </a:avLst>
          </a:prstGeom>
          <a:solidFill>
            <a:srgbClr val="3B1217"/>
          </a:solidFill>
          <a:ln w="254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4297680" y="18288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1BE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4297680" y="25146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4480560" y="315468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each item by date, reference, and amount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8046720" y="1737360"/>
            <a:ext cx="3566160" cy="2926080"/>
          </a:xfrm>
          <a:prstGeom prst="roundRect">
            <a:avLst>
              <a:gd name="adj" fmla="val 3125"/>
            </a:avLst>
          </a:prstGeom>
          <a:solidFill>
            <a:srgbClr val="C8102E"/>
          </a:solidFill>
          <a:ln w="254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8046720" y="18288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1BE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8046720" y="25146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 for gaps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0" y="315468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items, and any plug with no source line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548640" y="489204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822960" y="49377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</a:t>
            </a:r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against the source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helps: </a:t>
            </a:r>
            <a:pPr indent="0" marL="0">
              <a:buNone/>
            </a:pPr>
            <a:r>
              <a:rPr lang="en-US" sz="2000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turns “it looks right” into “I confirmed it.” A spreadsheet adds exactly, and a source line is evidence.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checking looks like (made-up example)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777240" y="1645920"/>
            <a:ext cx="5852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says outstanding checks total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583680" y="16459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12,900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25400">
            <a:solidFill>
              <a:srgbClr val="3B1217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777240" y="2743200"/>
            <a:ext cx="5852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lists 5,400 + 4,300 + 2,900 =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0" y="274320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12,600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9144000" y="2907792"/>
            <a:ext cx="2286000" cy="640080"/>
          </a:xfrm>
          <a:prstGeom prst="roundRect">
            <a:avLst>
              <a:gd name="adj" fmla="val 50000"/>
            </a:avLst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9144000" y="290779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 of 300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384048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25400">
            <a:solidFill>
              <a:srgbClr val="3B121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777240" y="3840480"/>
            <a:ext cx="5852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“Miscellaneous adjustment, 300”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6583680" y="384048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source line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9144000" y="4005072"/>
            <a:ext cx="2286000" cy="640080"/>
          </a:xfrm>
          <a:prstGeom prst="roundRect">
            <a:avLst>
              <a:gd name="adj" fmla="val 50000"/>
            </a:avLst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9144000" y="400507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plug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5120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Made-up numbers on purpose, so this does not give away your assignment.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Accuracy: who is accountable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530352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548640" y="1874520"/>
            <a:ext cx="109728" cy="26517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822960" y="1874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 on a number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1460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accountable for it, whether you or AI produced it.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309360" y="1737360"/>
            <a:ext cx="530352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254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309360" y="1874520"/>
            <a:ext cx="109728" cy="2651760"/>
          </a:xfrm>
          <a:prstGeom prst="rect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6583680" y="1874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honest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6583680" y="251460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how far you checked. An unresolved item beats a forced agreement.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029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area 2: Accuracy.</a:t>
            </a:r>
            <a:endParaRPr lang="en-US" sz="2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81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week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822960" y="2194560"/>
            <a:ext cx="914400" cy="914400"/>
          </a:xfrm>
          <a:prstGeom prst="ellipse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822960" y="2194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2918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423160" y="2194560"/>
            <a:ext cx="914400" cy="914400"/>
          </a:xfrm>
          <a:prstGeom prst="ellipse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2423160" y="2194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2148840" y="32918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023360" y="2194560"/>
            <a:ext cx="914400" cy="914400"/>
          </a:xfrm>
          <a:prstGeom prst="ellipse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4023360" y="2194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3749040" y="32918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623560" y="2194560"/>
            <a:ext cx="914400" cy="914400"/>
          </a:xfrm>
          <a:prstGeom prst="ellipse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5623560" y="2194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5349240" y="32918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+ coach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223760" y="2194560"/>
            <a:ext cx="914400" cy="914400"/>
          </a:xfrm>
          <a:prstGeom prst="ellipse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7223760" y="2194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6949440" y="32918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823960" y="2194560"/>
            <a:ext cx="914400" cy="914400"/>
          </a:xfrm>
          <a:prstGeom prst="ellipse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8823960" y="2194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22" name="Text 19"/>
          <p:cNvSpPr txBox="1"/>
          <p:nvPr/>
        </p:nvSpPr>
        <p:spPr>
          <a:xfrm>
            <a:off x="8549640" y="32918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10424160" y="2194560"/>
            <a:ext cx="914400" cy="914400"/>
          </a:xfrm>
          <a:prstGeom prst="ellipse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10424160" y="2194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25" name="Text 22"/>
          <p:cNvSpPr txBox="1"/>
          <p:nvPr/>
        </p:nvSpPr>
        <p:spPr>
          <a:xfrm>
            <a:off x="10149840" y="32918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4846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Friday: a checked reconciliation and a reusable template.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3 slides: Thinking Through Work with AI</dc:title>
  <dc:subject>PptxGenJS Presentation</dc:subject>
  <dc:creator>Tallgrass Advisory (course scenario)</dc:creator>
  <cp:lastModifiedBy>Tallgrass Advisory (course scenario)</cp:lastModifiedBy>
  <cp:revision>1</cp:revision>
  <dcterms:created xsi:type="dcterms:W3CDTF">2026-10-20T02:59:28Z</dcterms:created>
  <dcterms:modified xsi:type="dcterms:W3CDTF">2026-10-20T02:59:28Z</dcterms:modified>
</cp:coreProperties>
</file>