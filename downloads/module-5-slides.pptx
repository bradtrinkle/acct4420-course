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201168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 Management Accounting: Making the Call</a:t>
            </a:r>
            <a:endParaRPr lang="en-US" sz="4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3840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has a real decision to make.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Reyes is a fictional character presented by an AI avatar.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Marcus’s problem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 cars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$240,000 each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29768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Usual price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429768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$279,000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429768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about 14% lower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8046720" y="1737360"/>
            <a:ext cx="356616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25400">
            <a:solidFill>
              <a:srgbClr val="3B121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0467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24688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8046720" y="3474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30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7548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 by December 15. The plant is nearly full. Yes or no?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costs matter for the decision?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292608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that change with the order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Materials, assembly labor, delivery freight, warranty. These are relevant.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74520"/>
            <a:ext cx="109728" cy="292608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that do not change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overhead: supervisors, equipment depreciation, utilities. The plant pays the same total either way.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3035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 off with the order than without it?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car adds, and how many fit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8580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 margin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6974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minus the costs that change per car. What each extra car adds toward fixed costs and profit.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297680" y="173736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3484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Capacity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4526280" y="26974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Spare regular-time room costs only the variable costs. Cars beyond it need overtime, at extra cost per car.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046720" y="1737360"/>
            <a:ext cx="3566160" cy="3474720"/>
          </a:xfrm>
          <a:prstGeom prst="roundRect">
            <a:avLst>
              <a:gd name="adj" fmla="val 2632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183880" y="18745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 effects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275320" y="269748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payment ties up cash. A low price can leak and make regular customers ask for a cut.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does the arithmetic. You get it done right, then check it.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a made-up supplier (Prairie Tool &amp; Die)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577840" cy="4480560"/>
          </a:xfrm>
          <a:prstGeom prst="roundRect">
            <a:avLst>
              <a:gd name="adj" fmla="val 20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facts Claude was given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4028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Order: 1,000 brackets at $38.00 (regular price $52.00)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build: $31.00 each (materials, labor, variable overhead)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overhead: $9.00 each, but the $38,700 monthly total does not change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time has room for 700 more; 300 need overtime at +$5.00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Worry: regular customers may ask for a 2% price cut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400800" y="1645920"/>
            <a:ext cx="5212080" cy="4480560"/>
          </a:xfrm>
          <a:prstGeom prst="roundRect">
            <a:avLst>
              <a:gd name="adj" fmla="val 2041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629400" y="17373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request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6629400" y="2240280"/>
            <a:ext cx="475488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happens under three options: accept as offered, decline, or counter at $41 for all 1,000. Show the formula, numbers, and result for each, and your assumptions. Then give a best, base, and worst case for accepting. List what is not in the files.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Claude returned (real output)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3749040" y="14630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Claude worked it out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1874520"/>
            <a:ext cx="11064240" cy="6858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Accept at $38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749040" y="187452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× ($38 − $31) + 300 × ($38 − $36)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503920" y="1874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+$5,500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548640" y="2651760"/>
            <a:ext cx="1106424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Decline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3749040" y="265176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sale, no added revenue or cost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8503920" y="26517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548640" y="3429000"/>
            <a:ext cx="11064240" cy="685800"/>
          </a:xfrm>
          <a:prstGeom prst="rect">
            <a:avLst/>
          </a:prstGeom>
          <a:solidFill>
            <a:srgbClr val="F3E3E6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1520" y="3429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Counter at $41</a:t>
            </a:r>
            <a:endParaRPr lang="en-US" sz="2000" dirty="0"/>
          </a:p>
        </p:txBody>
      </p:sp>
      <p:sp>
        <p:nvSpPr>
          <p:cNvPr id="18" name="Text 15"/>
          <p:cNvSpPr txBox="1"/>
          <p:nvPr/>
        </p:nvSpPr>
        <p:spPr>
          <a:xfrm>
            <a:off x="3749040" y="3429000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× ($41 − $31) + 300 × ($41 − $36)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8503920" y="34290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+$8,500 if accepted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48640" y="4434840"/>
            <a:ext cx="110642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</a:t>
            </a:r>
            <a:pPr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left out the $9.00 of fixed overhead. Counting it would show a $2 loss per bracket ($38 − $31 − $9), which is misleading because that overhead does not change.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Best, base, and worst (real output)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544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and base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3200400" y="15544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customers never ask for a cut. No basis in the files for a better case.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0" y="15544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+$5,500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2606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7240" y="260604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0" y="2606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 cut: $52 × 2% = $1.04 on 4,300 regular brackets = $4,472 lost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229600" y="26060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$5,500 − $4,472 = +$1,028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548640" y="3657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" y="365760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0" y="36576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cut of about 2.5% would erase the profit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0" y="36576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5,500 ÷ 4,300 = $1.28 each</a:t>
            </a:r>
            <a:endParaRPr lang="en-US" sz="1900" dirty="0"/>
          </a:p>
        </p:txBody>
      </p:sp>
      <p:sp>
        <p:nvSpPr>
          <p:cNvPr id="17" name="Shape 14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analysis and sensitivity analysis (what-if prompting, finding the break-even point)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answer hides the risk. You see how wrong it could go and what would change the answer.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 I check it myself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said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Accepting adds $4,900 + $600 = $5,500</a:t>
            </a:r>
            <a:endParaRPr lang="en-US" sz="26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74520"/>
            <a:ext cx="109728" cy="28346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check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 × 700 = $4,900. $2 × 300 = $600. Total $5,500. The $31 matches the cost sheet. $38,700 ÷ 4,300 = $9.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212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correct calculation on the wrong number is still wrong. Check the inputs.</a:t>
            </a:r>
            <a:endParaRPr lang="en-US" sz="2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request once: a template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7373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for a different job (checking travel expenses)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286000"/>
            <a:ext cx="10607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[TOTAL CLAIMED]  (dollars, from the expense report total line)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[DAILY LIMIT]  (dollars per day, from the travel policy)</a:t>
            </a:r>
            <a:endParaRPr lang="en-US" sz="2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[TRIP DAYS]  (number of days, from the trip dates)</a:t>
            </a:r>
            <a:endParaRPr lang="en-US" sz="20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formula, the numbers used, and the result. List anything you could not check.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6667"/>
            </a:avLst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9377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Technique: </a:t>
            </a:r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with defined inputs (parameterized prompt, a request with variables)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helps: </a:t>
            </a:r>
            <a:pPr indent="0" marL="0">
              <a:buNone/>
            </a:pPr>
            <a:r>
              <a:rPr lang="en-US" sz="2000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time you only change the inputs, and each input tells you exactly which number to look up and check.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analyzes. You decide.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6459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Recommendation first: accept, decline, or counter on stated terms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6060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The few numbers that drive it</a:t>
            </a:r>
            <a:endParaRPr lang="en-US" sz="2300" dirty="0"/>
          </a:p>
        </p:txBody>
      </p:sp>
      <p:sp>
        <p:nvSpPr>
          <p:cNvPr id="9" name="Shape 6"/>
          <p:cNvSpPr/>
          <p:nvPr/>
        </p:nvSpPr>
        <p:spPr>
          <a:xfrm>
            <a:off x="548640" y="356616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C8102E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35661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What would change your mind</a:t>
            </a:r>
            <a:endParaRPr lang="en-US" sz="2300" dirty="0"/>
          </a:p>
        </p:txBody>
      </p:sp>
      <p:sp>
        <p:nvSpPr>
          <p:cNvPr id="11" name="Shape 8"/>
          <p:cNvSpPr/>
          <p:nvPr/>
        </p:nvSpPr>
        <p:spPr>
          <a:xfrm>
            <a:off x="548640" y="452628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3B1217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526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 What you do not know</a:t>
            </a:r>
            <a:endParaRPr lang="en-US" sz="23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of the three decisions can earn full credit if your numbers support it.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B12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Bias: who gets the overtime?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C8102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1874520"/>
            <a:ext cx="109728" cy="283464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age, health, or leave, and no proxy for them. A person checks the results for patterns.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309360" y="1737360"/>
            <a:ext cx="530352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25400">
            <a:solidFill>
              <a:srgbClr val="F1BE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09360" y="1874520"/>
            <a:ext cx="109728" cy="2834640"/>
          </a:xfrm>
          <a:prstGeom prst="rect">
            <a:avLst/>
          </a:prstGeom>
          <a:solidFill>
            <a:srgbClr val="F1BE48"/>
          </a:solidFill>
          <a:ln w="12700">
            <a:solidFill>
              <a:srgbClr val="F1BE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583680" y="1874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3B12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proxy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6583680" y="2514600"/>
            <a:ext cx="4846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measure that quietly stands in for something you must not use, like attendance records standing in for health.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548640" y="5212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81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Policy area 3: Bias.</a:t>
            </a:r>
            <a:endParaRPr lang="en-US" sz="2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74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Tallgrass Advisory · Module 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week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55448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offer in a plain chat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67712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ideas, judge five AI suggestions for bias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980944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own special-order template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694176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on the Velox files, check two findings yourself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4407408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call: a one-page recommendation for Marcus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1206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BE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lens: six options, equal effort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1BE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your own prompts. Check the numbers.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5: AI in Management Accounting</dc:title>
  <dc:subject>PptxGenJS Presentation</dc:subject>
  <dc:creator>Tallgrass Advisory (course scenario)</dc:creator>
  <cp:lastModifiedBy>Tallgrass Advisory (course scenario)</cp:lastModifiedBy>
  <cp:revision>1</cp:revision>
  <dcterms:created xsi:type="dcterms:W3CDTF">2026-10-20T17:50:58Z</dcterms:created>
  <dcterms:modified xsi:type="dcterms:W3CDTF">2026-10-20T17:50:58Z</dcterms:modified>
</cp:coreProperties>
</file>