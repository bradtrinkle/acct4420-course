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Financial Accounting: Explain the Quarter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needs to explain the numbers to investors.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Priya’s problem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$338.0M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$326.4M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$30.1M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$38.3M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46720" y="173736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$222.1M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$236.0M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 quarter, 2026 compared with 2025. Why? And what do we not know?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statements, three questions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874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statement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we do over a period?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1874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own and owe on one day?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046720" y="17373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1874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statement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cash come from and go?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management notes: the statements say what happened; only the notes say why.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ratios turn numbers into a story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margin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÷ revenue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29768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margin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÷ revenue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04672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ratio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 ÷ current liabilities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35661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Debt-to-equity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389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÷ shareholders’ equity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297680" y="35661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8056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inventory on hand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4389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÷ cost of goods sold × 92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8046720" y="35661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conversion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389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 ÷ net income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AI the facts once: a Claude Project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6459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Role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383280" y="16459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6459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Audience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6459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Output format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052560" y="16459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0" y="16459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Grounding rule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28803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803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Show-the-calculation rule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3383280" y="28803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74720" y="28803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Confidentiality rule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217920" y="28803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28803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Disclosure line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instructions (system prompt) plus knowledge files (grounding in your own documents)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rules and facts once, so every chat starts from the same place and no rule gets forgotten.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 made-up supplier (Prairie Tool &amp; Die)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reporting assistant for the finance team.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reader is the CFO, who has two minutes.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four files. If they do not say, write “not in the data” and name who could tell us.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calculation, show the formula, the numbers used, and the result.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one-sentence takeaway, three to five bullets, “What we do not know.”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include customer names outside finance.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with: “AI-assisted draft, reviewed by [name].”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64592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knowledge files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240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· Balance sheet · Cash flow statement · Management notes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40080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request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4526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six ratios for Q3 2026 and show your work. Compare with the prior period. Then tell me what changed and why.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returned (real output)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with the numbers it used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 ÷ 52,000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27.5%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24028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5,200 ÷ 52,000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10.0%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12.5%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26,900 ÷ 10,900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2.47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2.48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13,500 ÷ 26,744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0.58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inventory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11,500 ÷ 39,000 × 92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27.1 days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22 to 26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365760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3,244 ÷ 3,744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749808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86.6%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914400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90% or more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Show-your-work prompting (chain-of-thought applied to calculations)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result can only be trusted. A result with its formula and inputs can be checked line by line.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I check it myself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said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= 13,000 ÷ 52,000 = 25.0%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74520"/>
            <a:ext cx="109728" cy="28346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check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statement: gross profit 13,000, revenue 52,000. Spreadsheet: =13000/52000 gives 0.25. It matches.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correct calculation on the wrong number is still wrong. Check the inputs.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who it is for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CFO (two minutes)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Takeaway, bullets with formulas, and “What we do not know.”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7452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plant supervisors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grew, steel costs cut into profit, inventory is about 27 days against a 22 to 26 target. Please watch it.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Audience-aware prompting (tone or register control)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decides what to include and how technical to be. Say so up front and skip the rewrite.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say what. Notes say why.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did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rose 200 and other costs rose 400. The notes do not explain either, so it said so and named who could tell us.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74520"/>
            <a:ext cx="109728" cy="28346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neither the statements nor the notes explain it, the honest answer is “not in the data.”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very good at inventing a believable reason.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and disclosure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line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“AI-assisted draft, reviewed by [name].” It says AI helped and names a real person.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74520"/>
            <a:ext cx="109728" cy="28346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truthful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is never the tool. Do not say “verified” if someone only read the headline.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area 4: Transparency and disclosure.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5544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one statement in a plain chat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677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techniques, judge five closing lines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80944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Velox Reporting Project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9417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ratios, then check two yourself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074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for Priya, with an honest closing line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120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angle: six options, equal effort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your own prompts. Check the numbers.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AI in Financial Accounting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2026-10-20T16:30:27Z</dcterms:created>
  <dcterms:modified xsi:type="dcterms:W3CDTF">2026-10-20T16:30:27Z</dcterms:modified>
</cp:coreProperties>
</file>